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Veritly Market Intelligence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F8C8D"/>
                </a:solidFill>
              </a:defRPr>
            </a:pPr>
            <a:r>
              <a:t>Telecom Customer Churn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5A5A6"/>
                </a:solidFill>
              </a:defRPr>
            </a:pPr>
            <a:r>
              <a:t>2026-01-28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51760" cy="1645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3,333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Total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371600"/>
            <a:ext cx="2651760" cy="1645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14.49%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Churn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371600"/>
            <a:ext cx="265176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483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Churned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371600"/>
            <a:ext cx="2651760" cy="1645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86.38%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Model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Key Findings:</a:t>
            </a:r>
          </a:p>
          <a:p>
            <a:pPr>
              <a:defRPr sz="1600"/>
            </a:pPr>
            <a:r>
              <a:t>  International plan customers show significantly elevated churn rates</a:t>
            </a:r>
          </a:p>
          <a:p>
            <a:pPr>
              <a:defRPr sz="1600"/>
            </a:pPr>
            <a:r>
              <a:t>  Customer service calls are a key predictor of churn risk</a:t>
            </a:r>
          </a:p>
          <a:p>
            <a:pPr>
              <a:defRPr sz="1600"/>
            </a:pPr>
            <a:r>
              <a:t>  Voicemail plan subscribers demonstrate lower churn rates</a:t>
            </a:r>
          </a:p>
          <a:p>
            <a:pPr>
              <a:defRPr sz="1600"/>
            </a:pPr>
            <a:r>
              <a:t>  Model identifies 181 high-risk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Churn By Segment</a:t>
            </a:r>
          </a:p>
        </p:txBody>
      </p:sp>
      <p:pic>
        <p:nvPicPr>
          <p:cNvPr id="3" name="Picture 2" descr="churn_by_segment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Service Calls Tipping Point</a:t>
            </a:r>
          </a:p>
        </p:txBody>
      </p:sp>
      <p:pic>
        <p:nvPicPr>
          <p:cNvPr id="3" name="Picture 2" descr="service_calls_tipping_point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Risk Distribution</a:t>
            </a:r>
          </a:p>
        </p:txBody>
      </p:sp>
      <p:pic>
        <p:nvPicPr>
          <p:cNvPr id="3" name="Picture 2" descr="risk_distribution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Top States Churn</a:t>
            </a:r>
          </a:p>
        </p:txBody>
      </p:sp>
      <p:pic>
        <p:nvPicPr>
          <p:cNvPr id="3" name="Picture 2" descr="top_states_churn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Feature Correlation</a:t>
            </a:r>
          </a:p>
        </p:txBody>
      </p:sp>
      <p:pic>
        <p:nvPicPr>
          <p:cNvPr id="3" name="Picture 2" descr="feature_correlation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Risk Tier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56032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2,296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Low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0" y="1828800"/>
            <a:ext cx="2560320" cy="2286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570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Medium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56032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286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High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828800"/>
            <a:ext cx="2560320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181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Veritly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F8C8D"/>
                </a:solidFill>
              </a:defRPr>
            </a:pPr>
            <a:r>
              <a:t>Market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